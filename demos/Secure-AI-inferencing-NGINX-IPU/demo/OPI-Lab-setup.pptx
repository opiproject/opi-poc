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72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5"/>
  </p:normalViewPr>
  <p:slideViewPr>
    <p:cSldViewPr snapToGrid="0">
      <p:cViewPr varScale="1">
        <p:scale>
          <a:sx n="90" d="100"/>
          <a:sy n="90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tal, Swati" userId="63dc8cdd-93c8-4b06-b74d-bce60c75c417" providerId="ADAL" clId="{7738F1F3-B4AB-48C4-AA31-B385C3231CF3}"/>
    <pc:docChg chg="delSld">
      <pc:chgData name="Mittal, Swati" userId="63dc8cdd-93c8-4b06-b74d-bce60c75c417" providerId="ADAL" clId="{7738F1F3-B4AB-48C4-AA31-B385C3231CF3}" dt="2025-09-23T22:13:15.600" v="0" actId="47"/>
      <pc:docMkLst>
        <pc:docMk/>
      </pc:docMkLst>
      <pc:sldChg chg="del">
        <pc:chgData name="Mittal, Swati" userId="63dc8cdd-93c8-4b06-b74d-bce60c75c417" providerId="ADAL" clId="{7738F1F3-B4AB-48C4-AA31-B385C3231CF3}" dt="2025-09-23T22:13:15.600" v="0" actId="47"/>
        <pc:sldMkLst>
          <pc:docMk/>
          <pc:sldMk cId="2386394191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3E288-B947-BC4C-BA92-5C087CC3522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47E8A-C110-5C49-B744-7917B061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6CA7-319E-ACF0-48AA-6EBBCE65D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4559E-2725-B278-59ED-7F5A3CA84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174B2-57ED-642D-B25B-9112EB00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17147-B426-87C2-7DF2-56FC5118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06DD-9C62-8166-AAC2-2E82E59E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E007-7CC5-42C9-7571-7733699E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2DAF5-E72B-6F76-4B5A-42F4B5EC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5E0D8-BEB2-6A70-9D31-69EBAB9D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5D5E-DC8A-AB5E-FB61-45C2267F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CD1B-E9DA-C4B5-E587-C4B4CCF8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6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DE94-F592-0541-B04D-3651F867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52144-8022-2B30-983E-B896B89E3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4B806-C566-0257-76B0-5E74F89C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7BBCB-A546-AA4E-9B2D-338F782F6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3FCEC-899C-1200-A11B-92837EA2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B6A2-690D-81E1-C5E0-4A36C26E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9021C-6FFF-4D84-E9D3-293F2F517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F567A-538C-35B8-AF4F-BF693194C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B36F1-D25F-6325-BCDE-2F7E452C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879DB-D15F-C1DF-1126-1657794A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F7C39-B44B-9712-079C-62E22935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9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6027-28A1-5542-3567-F2C1BBB4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989F8-1B07-4E70-9F35-6A855B7AA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5024C-D0F7-3645-D315-2A96DC4D7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A83C8-AFBB-9FDC-B694-2D2C2B4E1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AE7C3-329F-813E-EB79-149B86EB6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DC928-936A-B2A1-6FF7-AD5D1BCE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6DA86D-5DCA-A481-4280-E4FFE9AB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2BF54-56EF-42B9-2762-6BFC66EEE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7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138B-71F4-3BAA-0CEB-D7DFDFCA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6E0D3-2A7F-9AD4-58C9-6B046375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8DC62-7C37-D01F-EA2B-13CB52E1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A9F23-9C89-E1C4-A46C-13D6B216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9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138C3-C219-5890-15AA-1DAEABEA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96437-A0B9-07F7-DA02-EA2A4782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B4B3A-6A42-A914-2BEA-BEBE8737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8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2DD0-A8F5-9638-B926-EEE73744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5BDA0-6E4F-24CE-7957-B0B8DBB54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45591-4A55-27E9-1258-B838C0394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B36DE-2C8F-7ACA-0056-1B32FC50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65EA2-2B69-C1F2-2DF1-BEA4959A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B5AE0-7D33-ADBB-71B4-D7A2F609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4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C59B-D3AA-5082-D537-A38691B9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6D2F6F-06F1-D77B-66B4-D881716E7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0D37F-2F01-5FE9-D110-1BB70B389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321AB-83C7-DB23-8DD3-8FC7D0F2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02441-1008-668B-086D-639C253A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0B165-A617-CE1B-1799-CA17BE17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21FD-3896-38D1-3347-74AB0452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A1DD4-299C-6901-C30A-4AE0F0CD6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52CF2-5E43-CE69-5291-C1DE79A8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A70C2-15D3-95B9-7B8C-0134F869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ED02-4083-454E-3688-EDD66721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0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BC22DB-7C01-0ACD-AF51-5CC1E950C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6CD94-EE1D-6CBB-D3B4-231EFE753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1DB17-A0F1-5033-042C-CD926A48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4EF5-A0B6-74A7-ED4E-714EAB98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D6B3E-1E28-166A-CB21-9FF1BDD3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6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AFD07-4A3C-E5D0-F8E2-2C601183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79528-78E0-D3ED-0502-6DA9B6C10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6F2B5-7D7F-EAF8-8857-3983E9159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AA197-F460-D740-8555-D10F4B5FDA8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C05DC-6B9F-6E6D-C3A8-2C94377D9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E8AFB-EC14-E1BD-748C-05C26E76D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557E-E4AA-454C-BB64-97301E1E5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7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272F1-2968-6C48-43FF-656F030C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2A3CAE-ADE9-47FA-2FE6-0A8E6E061AB9}"/>
              </a:ext>
            </a:extLst>
          </p:cNvPr>
          <p:cNvCxnSpPr>
            <a:cxnSpLocks/>
          </p:cNvCxnSpPr>
          <p:nvPr/>
        </p:nvCxnSpPr>
        <p:spPr>
          <a:xfrm>
            <a:off x="11144680" y="1438183"/>
            <a:ext cx="957049" cy="168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BA6F9C-5FA8-E733-D67F-AF2323C1C02E}"/>
              </a:ext>
            </a:extLst>
          </p:cNvPr>
          <p:cNvSpPr/>
          <p:nvPr/>
        </p:nvSpPr>
        <p:spPr>
          <a:xfrm>
            <a:off x="510363" y="1576329"/>
            <a:ext cx="5220211" cy="27470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D76F92-BB8C-EAA2-26B0-79D78007170F}"/>
              </a:ext>
            </a:extLst>
          </p:cNvPr>
          <p:cNvSpPr/>
          <p:nvPr/>
        </p:nvSpPr>
        <p:spPr>
          <a:xfrm>
            <a:off x="3331725" y="5509219"/>
            <a:ext cx="5761651" cy="38946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</a:t>
            </a:r>
            <a:r>
              <a:rPr lang="en-US" sz="1400" dirty="0"/>
              <a:t>Arista Switch                                                            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Internal 100G VLAN 101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D89F5A-F8D6-F3F8-7DB5-5864FC8C872D}"/>
              </a:ext>
            </a:extLst>
          </p:cNvPr>
          <p:cNvSpPr/>
          <p:nvPr/>
        </p:nvSpPr>
        <p:spPr>
          <a:xfrm>
            <a:off x="3094074" y="174630"/>
            <a:ext cx="5444027" cy="4847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65AA3-C699-650B-7358-60EAB7CB6126}"/>
              </a:ext>
            </a:extLst>
          </p:cNvPr>
          <p:cNvSpPr/>
          <p:nvPr/>
        </p:nvSpPr>
        <p:spPr>
          <a:xfrm>
            <a:off x="9383328" y="4627179"/>
            <a:ext cx="1244464" cy="39344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enp0s1f0d3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192.168.1.2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0C9DD-D018-372E-BA40-8664A9EDEF22}"/>
              </a:ext>
            </a:extLst>
          </p:cNvPr>
          <p:cNvSpPr/>
          <p:nvPr/>
        </p:nvSpPr>
        <p:spPr>
          <a:xfrm>
            <a:off x="2886742" y="4025223"/>
            <a:ext cx="1139746" cy="6423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ens1f1np1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172.16.3.1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E1E1D-E30B-2C0A-31C6-DA28025D26A4}"/>
              </a:ext>
            </a:extLst>
          </p:cNvPr>
          <p:cNvSpPr txBox="1"/>
          <p:nvPr/>
        </p:nvSpPr>
        <p:spPr>
          <a:xfrm>
            <a:off x="2484289" y="1576331"/>
            <a:ext cx="202164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Provision host -SWTGEN</a:t>
            </a:r>
          </a:p>
          <a:p>
            <a:r>
              <a:rPr lang="en-US" sz="1200" dirty="0"/>
              <a:t>172.22.1.100 - Supermicro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D5FA37-D920-BC93-B3B3-F98FA7F8A376}"/>
              </a:ext>
            </a:extLst>
          </p:cNvPr>
          <p:cNvSpPr/>
          <p:nvPr/>
        </p:nvSpPr>
        <p:spPr>
          <a:xfrm>
            <a:off x="6244856" y="1377349"/>
            <a:ext cx="1541900" cy="3597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Dell 760 </a:t>
            </a:r>
            <a:r>
              <a:rPr lang="en-US" sz="1100" dirty="0" err="1"/>
              <a:t>iDrac</a:t>
            </a:r>
            <a:endParaRPr lang="en-US" sz="1100" dirty="0"/>
          </a:p>
          <a:p>
            <a:pPr algn="ctr"/>
            <a:r>
              <a:rPr lang="en-US" sz="1100" dirty="0"/>
              <a:t>172.22.2.4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1B3C35-F0F7-62F5-5D50-5444C94739E2}"/>
              </a:ext>
            </a:extLst>
          </p:cNvPr>
          <p:cNvSpPr/>
          <p:nvPr/>
        </p:nvSpPr>
        <p:spPr>
          <a:xfrm>
            <a:off x="4719132" y="1260385"/>
            <a:ext cx="1088383" cy="4616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IPMI</a:t>
            </a:r>
          </a:p>
          <a:p>
            <a:pPr algn="ctr"/>
            <a:r>
              <a:rPr lang="en-US" sz="1200" dirty="0"/>
              <a:t>172.22.2.100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05C9A-D7F3-9BF7-F6D6-0FA69F72D06A}"/>
              </a:ext>
            </a:extLst>
          </p:cNvPr>
          <p:cNvSpPr/>
          <p:nvPr/>
        </p:nvSpPr>
        <p:spPr>
          <a:xfrm>
            <a:off x="6660102" y="3197523"/>
            <a:ext cx="1170660" cy="14042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IPU IMC</a:t>
            </a:r>
          </a:p>
          <a:p>
            <a:pPr algn="ctr"/>
            <a:r>
              <a:rPr lang="en-US" sz="1200" dirty="0"/>
              <a:t>172.22.4.4</a:t>
            </a:r>
            <a:br>
              <a:rPr lang="en-US" sz="1200" dirty="0"/>
            </a:br>
            <a:r>
              <a:rPr lang="en-US" sz="1200" dirty="0"/>
              <a:t>(</a:t>
            </a:r>
            <a:r>
              <a:rPr lang="en-US" sz="1200" dirty="0" err="1"/>
              <a:t>dhcp</a:t>
            </a:r>
            <a:r>
              <a:rPr lang="en-US" sz="1200" dirty="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FBB29-3F23-9688-E71E-D251132F374A}"/>
              </a:ext>
            </a:extLst>
          </p:cNvPr>
          <p:cNvSpPr/>
          <p:nvPr/>
        </p:nvSpPr>
        <p:spPr>
          <a:xfrm>
            <a:off x="584309" y="3888544"/>
            <a:ext cx="1103110" cy="5546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Br0 172.22.1.100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3AC935A-6514-1963-8D12-A4DE4812CE9B}"/>
              </a:ext>
            </a:extLst>
          </p:cNvPr>
          <p:cNvCxnSpPr>
            <a:cxnSpLocks noGrp="1" noRot="1" noMove="1" noResize="1" noEditPoints="1" noAdjustHandles="1" noChangeArrowheads="1" noChangeShapeType="1"/>
            <a:stCxn id="17" idx="2"/>
            <a:endCxn id="9" idx="1"/>
          </p:cNvCxnSpPr>
          <p:nvPr/>
        </p:nvCxnSpPr>
        <p:spPr>
          <a:xfrm rot="5400000" flipH="1" flipV="1">
            <a:off x="101849" y="1450996"/>
            <a:ext cx="4026239" cy="1958210"/>
          </a:xfrm>
          <a:prstGeom prst="bentConnector4">
            <a:avLst>
              <a:gd name="adj1" fmla="val -5678"/>
              <a:gd name="adj2" fmla="val 6408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D874F3B-72A9-98EF-8A9B-842C07AFAA8E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rot="16200000" flipH="1">
            <a:off x="4413784" y="3710452"/>
            <a:ext cx="841598" cy="2755936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3D21F8BC-A5FD-62FD-619E-963C215F7B5C}"/>
              </a:ext>
            </a:extLst>
          </p:cNvPr>
          <p:cNvCxnSpPr>
            <a:cxnSpLocks/>
            <a:stCxn id="10" idx="2"/>
            <a:endCxn id="7" idx="3"/>
          </p:cNvCxnSpPr>
          <p:nvPr/>
        </p:nvCxnSpPr>
        <p:spPr>
          <a:xfrm rot="5400000">
            <a:off x="9207804" y="4906195"/>
            <a:ext cx="683328" cy="91218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E61242F-B9C6-3221-3BC9-B0B1CEB5737D}"/>
              </a:ext>
            </a:extLst>
          </p:cNvPr>
          <p:cNvSpPr txBox="1"/>
          <p:nvPr/>
        </p:nvSpPr>
        <p:spPr>
          <a:xfrm>
            <a:off x="8398279" y="2799336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PCIE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F46A6EB8-E094-06EE-7C17-1FFBF2261221}"/>
              </a:ext>
            </a:extLst>
          </p:cNvPr>
          <p:cNvCxnSpPr>
            <a:cxnSpLocks/>
          </p:cNvCxnSpPr>
          <p:nvPr/>
        </p:nvCxnSpPr>
        <p:spPr>
          <a:xfrm rot="5400000" flipH="1">
            <a:off x="4674203" y="1665467"/>
            <a:ext cx="3942407" cy="1106061"/>
          </a:xfrm>
          <a:prstGeom prst="bentConnector3">
            <a:avLst>
              <a:gd name="adj1" fmla="val -579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620250E8-BF10-67F2-9CAD-A26B9B272B1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1156" y="1025157"/>
            <a:ext cx="760384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loud 39">
            <a:extLst>
              <a:ext uri="{FF2B5EF4-FFF2-40B4-BE49-F238E27FC236}">
                <a16:creationId xmlns:a16="http://schemas.microsoft.com/office/drawing/2014/main" id="{F88BE56B-4279-F445-8A4A-B19000BE1CB3}"/>
              </a:ext>
            </a:extLst>
          </p:cNvPr>
          <p:cNvSpPr/>
          <p:nvPr/>
        </p:nvSpPr>
        <p:spPr>
          <a:xfrm>
            <a:off x="-30129" y="142568"/>
            <a:ext cx="1348565" cy="59576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Internet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05CF3B3-534A-8955-3DCD-C821058A0927}"/>
              </a:ext>
            </a:extLst>
          </p:cNvPr>
          <p:cNvSpPr/>
          <p:nvPr/>
        </p:nvSpPr>
        <p:spPr>
          <a:xfrm>
            <a:off x="561133" y="2326121"/>
            <a:ext cx="1190841" cy="65921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Mstr-01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192.168.122.2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47A1B61-8C22-4F14-9599-DBDC7EF1B579}"/>
              </a:ext>
            </a:extLst>
          </p:cNvPr>
          <p:cNvSpPr/>
          <p:nvPr/>
        </p:nvSpPr>
        <p:spPr>
          <a:xfrm>
            <a:off x="1865038" y="2326121"/>
            <a:ext cx="1211847" cy="65084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Mstr-02 192.168.122.3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9542B31-2193-B901-D21B-DAE2ED3870C9}"/>
              </a:ext>
            </a:extLst>
          </p:cNvPr>
          <p:cNvSpPr/>
          <p:nvPr/>
        </p:nvSpPr>
        <p:spPr>
          <a:xfrm>
            <a:off x="3145767" y="2326121"/>
            <a:ext cx="1226035" cy="65921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Mstr-03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192.168.122.4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25F6F0A-8053-7CC2-D0BE-4CE3C8AF1DCC}"/>
              </a:ext>
            </a:extLst>
          </p:cNvPr>
          <p:cNvSpPr/>
          <p:nvPr/>
        </p:nvSpPr>
        <p:spPr>
          <a:xfrm>
            <a:off x="2434282" y="3290257"/>
            <a:ext cx="3063316" cy="49951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Virbr0 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</a:rPr>
              <a:t>192.168.122.1/24</a:t>
            </a:r>
            <a:b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endParaRPr lang="en-US" sz="14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4ECBB4F6-555B-4E59-AC80-7644512C4417}"/>
              </a:ext>
            </a:extLst>
          </p:cNvPr>
          <p:cNvCxnSpPr>
            <a:cxnSpLocks/>
            <a:stCxn id="44" idx="2"/>
            <a:endCxn id="48" idx="1"/>
          </p:cNvCxnSpPr>
          <p:nvPr/>
        </p:nvCxnSpPr>
        <p:spPr>
          <a:xfrm rot="16200000" flipH="1">
            <a:off x="1518081" y="2623813"/>
            <a:ext cx="554674" cy="127772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6A5658CE-ACED-102A-09A5-4B7BF3FB0B8A}"/>
              </a:ext>
            </a:extLst>
          </p:cNvPr>
          <p:cNvCxnSpPr>
            <a:cxnSpLocks/>
            <a:endCxn id="48" idx="1"/>
          </p:cNvCxnSpPr>
          <p:nvPr/>
        </p:nvCxnSpPr>
        <p:spPr>
          <a:xfrm rot="5400000">
            <a:off x="2346221" y="2999492"/>
            <a:ext cx="628583" cy="452460"/>
          </a:xfrm>
          <a:prstGeom prst="bentConnector4">
            <a:avLst>
              <a:gd name="adj1" fmla="val 30133"/>
              <a:gd name="adj2" fmla="val -22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E7104222-6912-6FB2-8D84-8EC8F6FFAB10}"/>
              </a:ext>
            </a:extLst>
          </p:cNvPr>
          <p:cNvCxnSpPr>
            <a:cxnSpLocks/>
            <a:endCxn id="48" idx="0"/>
          </p:cNvCxnSpPr>
          <p:nvPr/>
        </p:nvCxnSpPr>
        <p:spPr>
          <a:xfrm rot="16200000" flipH="1">
            <a:off x="3792490" y="3116806"/>
            <a:ext cx="313295" cy="3360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99902DA5-3B9B-484A-664A-54AE5B89AE03}"/>
              </a:ext>
            </a:extLst>
          </p:cNvPr>
          <p:cNvSpPr/>
          <p:nvPr/>
        </p:nvSpPr>
        <p:spPr>
          <a:xfrm>
            <a:off x="7967519" y="1410172"/>
            <a:ext cx="1347557" cy="32688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Mgmt</a:t>
            </a:r>
            <a:r>
              <a:rPr lang="en-US" sz="1200" dirty="0"/>
              <a:t> I/F</a:t>
            </a:r>
          </a:p>
          <a:p>
            <a:pPr algn="ctr"/>
            <a:r>
              <a:rPr lang="en-US" sz="1200" dirty="0"/>
              <a:t>172.22.1.4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B0C6A01-798A-DB40-98C1-87E0BF638E9B}"/>
              </a:ext>
            </a:extLst>
          </p:cNvPr>
          <p:cNvSpPr/>
          <p:nvPr/>
        </p:nvSpPr>
        <p:spPr>
          <a:xfrm>
            <a:off x="1705174" y="3980165"/>
            <a:ext cx="1237211" cy="3163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IP </a:t>
            </a:r>
            <a:r>
              <a:rPr lang="en-US" sz="800" dirty="0" err="1">
                <a:solidFill>
                  <a:srgbClr val="FF0000"/>
                </a:solidFill>
              </a:rPr>
              <a:t>fwding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7E62A64-20B6-D6CF-820D-A54A8D675D16}"/>
              </a:ext>
            </a:extLst>
          </p:cNvPr>
          <p:cNvSpPr/>
          <p:nvPr/>
        </p:nvSpPr>
        <p:spPr>
          <a:xfrm>
            <a:off x="8256669" y="4616863"/>
            <a:ext cx="1127965" cy="4065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enpso1f0d1  172.16.3.16 </a:t>
            </a:r>
            <a:endParaRPr lang="en-US" sz="1200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69E70DC-AB63-0BE4-25E5-026CC3321651}"/>
              </a:ext>
            </a:extLst>
          </p:cNvPr>
          <p:cNvSpPr/>
          <p:nvPr/>
        </p:nvSpPr>
        <p:spPr>
          <a:xfrm>
            <a:off x="4505929" y="2511332"/>
            <a:ext cx="1171857" cy="32598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DHCP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46C028-F269-D624-E30F-DA3149E7AA43}"/>
              </a:ext>
            </a:extLst>
          </p:cNvPr>
          <p:cNvSpPr/>
          <p:nvPr/>
        </p:nvSpPr>
        <p:spPr>
          <a:xfrm>
            <a:off x="4260066" y="3981547"/>
            <a:ext cx="1691237" cy="7016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ens1f0np0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(inherits from bridge virbr0)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BDDB08-513B-319F-98E5-3509DECF849E}"/>
              </a:ext>
            </a:extLst>
          </p:cNvPr>
          <p:cNvSpPr/>
          <p:nvPr/>
        </p:nvSpPr>
        <p:spPr>
          <a:xfrm>
            <a:off x="3339406" y="5942358"/>
            <a:ext cx="5753970" cy="39478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Vlan</a:t>
            </a:r>
            <a:r>
              <a:rPr lang="en-US" dirty="0"/>
              <a:t> 102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413A7-12AA-B8B6-6DBA-33EC0EC0D7EB}"/>
              </a:ext>
            </a:extLst>
          </p:cNvPr>
          <p:cNvSpPr/>
          <p:nvPr/>
        </p:nvSpPr>
        <p:spPr>
          <a:xfrm>
            <a:off x="10067231" y="1206763"/>
            <a:ext cx="1077445" cy="53029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 </a:t>
            </a:r>
            <a:r>
              <a:rPr lang="en-US" sz="1000" dirty="0">
                <a:solidFill>
                  <a:schemeClr val="bg1"/>
                </a:solidFill>
              </a:rPr>
              <a:t>192.168.122.18</a:t>
            </a:r>
          </a:p>
          <a:p>
            <a:pPr algn="ctr"/>
            <a:r>
              <a:rPr lang="en-US" sz="1000" dirty="0"/>
              <a:t>eno12409np1</a:t>
            </a:r>
            <a:br>
              <a:rPr lang="en-US" sz="1200" dirty="0"/>
            </a:br>
            <a:endParaRPr lang="en-US" sz="1200" dirty="0"/>
          </a:p>
          <a:p>
            <a:pPr algn="ctr"/>
            <a:endParaRPr lang="en-US" sz="1200" dirty="0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22B6A31A-8CF2-4081-A322-456331ACDB5A}"/>
              </a:ext>
            </a:extLst>
          </p:cNvPr>
          <p:cNvCxnSpPr>
            <a:cxnSpLocks/>
            <a:endCxn id="2" idx="3"/>
          </p:cNvCxnSpPr>
          <p:nvPr/>
        </p:nvCxnSpPr>
        <p:spPr>
          <a:xfrm rot="10800000" flipV="1">
            <a:off x="9093376" y="5317725"/>
            <a:ext cx="3016432" cy="822026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E1758854-85AC-B356-811B-2A20453F2C35}"/>
              </a:ext>
            </a:extLst>
          </p:cNvPr>
          <p:cNvCxnSpPr>
            <a:cxnSpLocks/>
            <a:stCxn id="2" idx="1"/>
            <a:endCxn id="23" idx="2"/>
          </p:cNvCxnSpPr>
          <p:nvPr/>
        </p:nvCxnSpPr>
        <p:spPr>
          <a:xfrm rot="10800000" flipH="1">
            <a:off x="3339405" y="4683217"/>
            <a:ext cx="1766279" cy="1456534"/>
          </a:xfrm>
          <a:prstGeom prst="bentConnector4">
            <a:avLst>
              <a:gd name="adj1" fmla="val -12942"/>
              <a:gd name="adj2" fmla="val 56776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BF169EA-405A-3493-F9B9-C15081AD7F44}"/>
              </a:ext>
            </a:extLst>
          </p:cNvPr>
          <p:cNvCxnSpPr>
            <a:cxnSpLocks/>
          </p:cNvCxnSpPr>
          <p:nvPr/>
        </p:nvCxnSpPr>
        <p:spPr>
          <a:xfrm flipV="1">
            <a:off x="12101729" y="1438183"/>
            <a:ext cx="0" cy="38795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8AFFA8CF-ABC6-78F5-27A8-495EAF4625AD}"/>
              </a:ext>
            </a:extLst>
          </p:cNvPr>
          <p:cNvCxnSpPr>
            <a:cxnSpLocks/>
            <a:stCxn id="48" idx="2"/>
            <a:endCxn id="23" idx="0"/>
          </p:cNvCxnSpPr>
          <p:nvPr/>
        </p:nvCxnSpPr>
        <p:spPr>
          <a:xfrm rot="16200000" flipH="1">
            <a:off x="4439924" y="3315786"/>
            <a:ext cx="191776" cy="113974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2FAA512-CB59-DECF-3E4A-998F4833A6D4}"/>
              </a:ext>
            </a:extLst>
          </p:cNvPr>
          <p:cNvSpPr txBox="1"/>
          <p:nvPr/>
        </p:nvSpPr>
        <p:spPr>
          <a:xfrm>
            <a:off x="8664561" y="525762"/>
            <a:ext cx="722181" cy="400110"/>
          </a:xfrm>
          <a:prstGeom prst="rect">
            <a:avLst/>
          </a:prstGeom>
          <a:solidFill>
            <a:srgbClr val="4EA72E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Slot 30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vlan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102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C66BA5-8ADA-F204-AE0A-14D55D058A50}"/>
              </a:ext>
            </a:extLst>
          </p:cNvPr>
          <p:cNvSpPr txBox="1"/>
          <p:nvPr/>
        </p:nvSpPr>
        <p:spPr>
          <a:xfrm>
            <a:off x="5310124" y="5164821"/>
            <a:ext cx="20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8000"/>
                </a:highlight>
              </a:rPr>
              <a:t>Slot 26, </a:t>
            </a:r>
            <a:r>
              <a:rPr lang="en-US" dirty="0" err="1">
                <a:highlight>
                  <a:srgbClr val="008000"/>
                </a:highlight>
              </a:rPr>
              <a:t>vlan</a:t>
            </a:r>
            <a:r>
              <a:rPr lang="en-US" dirty="0">
                <a:highlight>
                  <a:srgbClr val="008000"/>
                </a:highlight>
              </a:rPr>
              <a:t> 101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8B4338-2F71-49BB-BC49-293F2BBE8729}"/>
              </a:ext>
            </a:extLst>
          </p:cNvPr>
          <p:cNvSpPr txBox="1"/>
          <p:nvPr/>
        </p:nvSpPr>
        <p:spPr>
          <a:xfrm>
            <a:off x="1521438" y="5990186"/>
            <a:ext cx="17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8000"/>
                </a:highlight>
              </a:rPr>
              <a:t>Slot 25,vlan 102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247DD6F-7AF0-5BFF-023B-17A8900A5D72}"/>
              </a:ext>
            </a:extLst>
          </p:cNvPr>
          <p:cNvSpPr/>
          <p:nvPr/>
        </p:nvSpPr>
        <p:spPr>
          <a:xfrm>
            <a:off x="3354826" y="6352741"/>
            <a:ext cx="5753970" cy="50525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                                                               Slot 47,vlan 101</a:t>
            </a:r>
          </a:p>
          <a:p>
            <a:pPr algn="ctr"/>
            <a:endParaRPr 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B016B1-82EC-A9F6-B909-D6A5478ADB1A}"/>
              </a:ext>
            </a:extLst>
          </p:cNvPr>
          <p:cNvSpPr txBox="1"/>
          <p:nvPr/>
        </p:nvSpPr>
        <p:spPr>
          <a:xfrm>
            <a:off x="3554858" y="6337143"/>
            <a:ext cx="3010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unused,  testing connectivity- Server mgmt. enp1s0f1np1192.168.0.1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ADDE11-4070-708F-C344-2053376B53ED}"/>
              </a:ext>
            </a:extLst>
          </p:cNvPr>
          <p:cNvSpPr txBox="1"/>
          <p:nvPr/>
        </p:nvSpPr>
        <p:spPr>
          <a:xfrm>
            <a:off x="9117672" y="6167619"/>
            <a:ext cx="1646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008000"/>
                </a:highlight>
              </a:rPr>
              <a:t>Slot 48,vlan 102</a:t>
            </a:r>
          </a:p>
        </p:txBody>
      </p:sp>
      <p:cxnSp>
        <p:nvCxnSpPr>
          <p:cNvPr id="20" name="Elbow Connector 72">
            <a:extLst>
              <a:ext uri="{FF2B5EF4-FFF2-40B4-BE49-F238E27FC236}">
                <a16:creationId xmlns:a16="http://schemas.microsoft.com/office/drawing/2014/main" id="{59322611-3910-849E-030C-F6A8DA5DD232}"/>
              </a:ext>
            </a:extLst>
          </p:cNvPr>
          <p:cNvCxnSpPr>
            <a:cxnSpLocks/>
          </p:cNvCxnSpPr>
          <p:nvPr/>
        </p:nvCxnSpPr>
        <p:spPr>
          <a:xfrm rot="10800000">
            <a:off x="8555290" y="494243"/>
            <a:ext cx="1851705" cy="21274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36">
            <a:extLst>
              <a:ext uri="{FF2B5EF4-FFF2-40B4-BE49-F238E27FC236}">
                <a16:creationId xmlns:a16="http://schemas.microsoft.com/office/drawing/2014/main" id="{C075BA7B-FB20-613F-AB7B-BBB945FD761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18943" y="960036"/>
            <a:ext cx="583093" cy="128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36">
            <a:extLst>
              <a:ext uri="{FF2B5EF4-FFF2-40B4-BE49-F238E27FC236}">
                <a16:creationId xmlns:a16="http://schemas.microsoft.com/office/drawing/2014/main" id="{8CE1B673-7F10-CEE0-E0FA-B5E3A5DA228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12674" y="1004040"/>
            <a:ext cx="802620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40">
            <a:extLst>
              <a:ext uri="{FF2B5EF4-FFF2-40B4-BE49-F238E27FC236}">
                <a16:creationId xmlns:a16="http://schemas.microsoft.com/office/drawing/2014/main" id="{DBBF4E8A-3353-D9DA-32D8-C7D1598954B6}"/>
              </a:ext>
            </a:extLst>
          </p:cNvPr>
          <p:cNvCxnSpPr>
            <a:cxnSpLocks/>
          </p:cNvCxnSpPr>
          <p:nvPr/>
        </p:nvCxnSpPr>
        <p:spPr>
          <a:xfrm>
            <a:off x="8538101" y="279579"/>
            <a:ext cx="1908471" cy="7224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6C39A3B-307A-A92F-EBAA-15A9BCA95E0D}"/>
              </a:ext>
            </a:extLst>
          </p:cNvPr>
          <p:cNvSpPr txBox="1"/>
          <p:nvPr/>
        </p:nvSpPr>
        <p:spPr>
          <a:xfrm>
            <a:off x="10258102" y="44209"/>
            <a:ext cx="1851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Port 52/1,vlan 102 - </a:t>
            </a:r>
            <a:r>
              <a:rPr lang="en-US" sz="1400" dirty="0">
                <a:highlight>
                  <a:srgbClr val="008000"/>
                </a:highlight>
              </a:rPr>
              <a:t>To Arista SW Slot 48</a:t>
            </a:r>
          </a:p>
        </p:txBody>
      </p:sp>
      <p:cxnSp>
        <p:nvCxnSpPr>
          <p:cNvPr id="80" name="Elbow Connector 40">
            <a:extLst>
              <a:ext uri="{FF2B5EF4-FFF2-40B4-BE49-F238E27FC236}">
                <a16:creationId xmlns:a16="http://schemas.microsoft.com/office/drawing/2014/main" id="{7D532C63-257A-4DA5-D6C6-5022B98F123F}"/>
              </a:ext>
            </a:extLst>
          </p:cNvPr>
          <p:cNvCxnSpPr>
            <a:cxnSpLocks/>
          </p:cNvCxnSpPr>
          <p:nvPr/>
        </p:nvCxnSpPr>
        <p:spPr>
          <a:xfrm>
            <a:off x="1187556" y="253764"/>
            <a:ext cx="1889329" cy="1270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5CB544D-B809-F124-17F4-D911C6007797}"/>
              </a:ext>
            </a:extLst>
          </p:cNvPr>
          <p:cNvSpPr txBox="1"/>
          <p:nvPr/>
        </p:nvSpPr>
        <p:spPr>
          <a:xfrm>
            <a:off x="6305303" y="1741880"/>
            <a:ext cx="5444007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DPU Host –dh4</a:t>
            </a:r>
            <a:br>
              <a:rPr lang="en-US" sz="1400" dirty="0"/>
            </a:br>
            <a:r>
              <a:rPr lang="en-US" sz="1400" dirty="0"/>
              <a:t>( worker node ) 172.22.1.4</a:t>
            </a:r>
          </a:p>
          <a:p>
            <a:r>
              <a:rPr lang="en-US" sz="1400" dirty="0"/>
              <a:t>Dell 760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162D20-8A61-6621-39C9-88617796F31B}"/>
              </a:ext>
            </a:extLst>
          </p:cNvPr>
          <p:cNvSpPr txBox="1"/>
          <p:nvPr/>
        </p:nvSpPr>
        <p:spPr>
          <a:xfrm>
            <a:off x="882502" y="1767268"/>
            <a:ext cx="120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Controller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9D940A-28E6-B45A-68EC-13DD57AA8725}"/>
              </a:ext>
            </a:extLst>
          </p:cNvPr>
          <p:cNvSpPr/>
          <p:nvPr/>
        </p:nvSpPr>
        <p:spPr>
          <a:xfrm>
            <a:off x="7830763" y="3203913"/>
            <a:ext cx="3225374" cy="13775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highlight>
                <a:srgbClr val="000000"/>
              </a:highlight>
            </a:endParaRPr>
          </a:p>
          <a:p>
            <a:pPr algn="ctr"/>
            <a:endParaRPr lang="en-US" sz="1200" dirty="0">
              <a:highlight>
                <a:srgbClr val="000000"/>
              </a:highlight>
            </a:endParaRPr>
          </a:p>
          <a:p>
            <a:pPr algn="ctr"/>
            <a:endParaRPr lang="en-US" sz="1200" dirty="0">
              <a:highlight>
                <a:srgbClr val="000000"/>
              </a:highlight>
            </a:endParaRPr>
          </a:p>
          <a:p>
            <a:pPr algn="ctr"/>
            <a:r>
              <a:rPr lang="en-US" sz="1600" dirty="0">
                <a:highlight>
                  <a:srgbClr val="000000"/>
                </a:highlight>
              </a:rPr>
              <a:t>172.16.3.16</a:t>
            </a:r>
            <a:br>
              <a:rPr lang="en-US" sz="1600" dirty="0">
                <a:highlight>
                  <a:srgbClr val="000000"/>
                </a:highlight>
              </a:rPr>
            </a:br>
            <a:r>
              <a:rPr lang="en-US" sz="1600" dirty="0">
                <a:highlight>
                  <a:srgbClr val="000000"/>
                </a:highlight>
              </a:rPr>
              <a:t>(</a:t>
            </a:r>
            <a:r>
              <a:rPr lang="en-US" sz="1600" dirty="0" err="1">
                <a:highlight>
                  <a:srgbClr val="000000"/>
                </a:highlight>
              </a:rPr>
              <a:t>dhcp</a:t>
            </a:r>
            <a:r>
              <a:rPr lang="en-US" sz="1600" dirty="0">
                <a:highlight>
                  <a:srgbClr val="000000"/>
                </a:highlight>
              </a:rPr>
              <a:t>)IPU ACC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384CDA-C2BD-69E4-EB61-42BAFF21924B}"/>
              </a:ext>
            </a:extLst>
          </p:cNvPr>
          <p:cNvCxnSpPr>
            <a:cxnSpLocks/>
          </p:cNvCxnSpPr>
          <p:nvPr/>
        </p:nvCxnSpPr>
        <p:spPr>
          <a:xfrm flipV="1">
            <a:off x="6395285" y="3052094"/>
            <a:ext cx="5295335" cy="147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088BE97-3CB5-77F1-E18A-6921E8345F1C}"/>
              </a:ext>
            </a:extLst>
          </p:cNvPr>
          <p:cNvCxnSpPr>
            <a:cxnSpLocks/>
          </p:cNvCxnSpPr>
          <p:nvPr/>
        </p:nvCxnSpPr>
        <p:spPr>
          <a:xfrm>
            <a:off x="6395285" y="3095755"/>
            <a:ext cx="5286352" cy="71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2862FC2-9663-9CA9-7FE7-96853D88B865}"/>
              </a:ext>
            </a:extLst>
          </p:cNvPr>
          <p:cNvCxnSpPr>
            <a:cxnSpLocks/>
          </p:cNvCxnSpPr>
          <p:nvPr/>
        </p:nvCxnSpPr>
        <p:spPr>
          <a:xfrm>
            <a:off x="10446572" y="705317"/>
            <a:ext cx="0" cy="501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76">
            <a:extLst>
              <a:ext uri="{FF2B5EF4-FFF2-40B4-BE49-F238E27FC236}">
                <a16:creationId xmlns:a16="http://schemas.microsoft.com/office/drawing/2014/main" id="{A9082411-DE3E-9B1C-7A86-5C312D1E395F}"/>
              </a:ext>
            </a:extLst>
          </p:cNvPr>
          <p:cNvSpPr/>
          <p:nvPr/>
        </p:nvSpPr>
        <p:spPr>
          <a:xfrm>
            <a:off x="8236943" y="3246482"/>
            <a:ext cx="1707578" cy="6420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NGINX</a:t>
            </a:r>
          </a:p>
          <a:p>
            <a:pPr algn="ctr"/>
            <a:r>
              <a:rPr lang="en-US" sz="1200" dirty="0"/>
              <a:t>Net2 10.56.217.3/24</a:t>
            </a:r>
          </a:p>
          <a:p>
            <a:pPr algn="ctr"/>
            <a:r>
              <a:rPr lang="en-US" sz="1200" dirty="0"/>
              <a:t>173.16.3.200/24</a:t>
            </a:r>
          </a:p>
        </p:txBody>
      </p:sp>
      <p:sp>
        <p:nvSpPr>
          <p:cNvPr id="54" name="Rounded Rectangle 26">
            <a:extLst>
              <a:ext uri="{FF2B5EF4-FFF2-40B4-BE49-F238E27FC236}">
                <a16:creationId xmlns:a16="http://schemas.microsoft.com/office/drawing/2014/main" id="{730CAF3E-B194-ABA1-5918-F7DCD11816DE}"/>
              </a:ext>
            </a:extLst>
          </p:cNvPr>
          <p:cNvSpPr/>
          <p:nvPr/>
        </p:nvSpPr>
        <p:spPr>
          <a:xfrm>
            <a:off x="9145395" y="1826741"/>
            <a:ext cx="2164103" cy="8913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  <a:p>
            <a:pPr algn="ctr"/>
            <a:r>
              <a:rPr lang="en-US" sz="1400" dirty="0" err="1"/>
              <a:t>OpenVino</a:t>
            </a:r>
            <a:r>
              <a:rPr lang="en-US" sz="1400" dirty="0"/>
              <a:t> VM‘s</a:t>
            </a:r>
          </a:p>
          <a:p>
            <a:pPr algn="ctr"/>
            <a:r>
              <a:rPr lang="en-US" sz="1400" dirty="0"/>
              <a:t>10.56.217.36:9000</a:t>
            </a:r>
          </a:p>
          <a:p>
            <a:pPr algn="ctr"/>
            <a:r>
              <a:rPr lang="en-US" sz="1400" dirty="0"/>
              <a:t>10.56.217.37:9000</a:t>
            </a:r>
          </a:p>
          <a:p>
            <a:pPr algn="ctr"/>
            <a:r>
              <a:rPr lang="en-US" sz="1400" dirty="0"/>
              <a:t>10.56.217.38:9000</a:t>
            </a:r>
          </a:p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7BC772-EB2A-79AD-13CF-6894BC0AFDC9}"/>
              </a:ext>
            </a:extLst>
          </p:cNvPr>
          <p:cNvSpPr/>
          <p:nvPr/>
        </p:nvSpPr>
        <p:spPr>
          <a:xfrm>
            <a:off x="6471046" y="3204101"/>
            <a:ext cx="5210591" cy="1408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85774F-E7F4-13D3-8615-8D06365C8FA7}"/>
              </a:ext>
            </a:extLst>
          </p:cNvPr>
          <p:cNvSpPr txBox="1"/>
          <p:nvPr/>
        </p:nvSpPr>
        <p:spPr>
          <a:xfrm>
            <a:off x="6486751" y="4592015"/>
            <a:ext cx="1709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00FF00"/>
                </a:highlight>
              </a:rPr>
              <a:t>           INTEL      IPU   </a:t>
            </a:r>
          </a:p>
        </p:txBody>
      </p:sp>
    </p:spTree>
    <p:extLst>
      <p:ext uri="{BB962C8B-B14F-4D97-AF65-F5344CB8AC3E}">
        <p14:creationId xmlns:p14="http://schemas.microsoft.com/office/powerpoint/2010/main" val="335142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dd3dfd2f-6a3b-40d1-9be0-bf8327d81c50}" enabled="0" method="" siteId="{dd3dfd2f-6a3b-40d1-9be0-bf8327d81c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58150</TotalTime>
  <Words>147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Pindell</dc:creator>
  <cp:lastModifiedBy>Mittal, Swati</cp:lastModifiedBy>
  <cp:revision>17</cp:revision>
  <dcterms:created xsi:type="dcterms:W3CDTF">2025-03-28T16:13:03Z</dcterms:created>
  <dcterms:modified xsi:type="dcterms:W3CDTF">2025-09-23T22:13:26Z</dcterms:modified>
</cp:coreProperties>
</file>